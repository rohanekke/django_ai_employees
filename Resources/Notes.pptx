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02" y="24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315CA-2690-9600-ED62-61C4DD50EF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E005AD-0E52-1B55-7927-DD94D81564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9C556A-76C1-D295-F210-AA0EC3EEAF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64E344-EFB8-4DA7-BDB6-6E814144767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CBF714-3D03-9EBC-A734-02C0F67B9F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594B98-822F-4A67-61F9-C814E75521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F0F4A-501D-4C7C-9092-C91E06431E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36679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90673-FF47-1566-E21B-3355C61E4D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8489B6-642D-86AF-0B7E-618734B12D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8CBB3C-3714-A8AF-34C6-97043AF82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64E344-EFB8-4DA7-BDB6-6E814144767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EDFB4C-103B-CBE8-2503-8E45763E00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735392-FF92-55A6-D575-8ECE592D39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F0F4A-501D-4C7C-9092-C91E06431E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7969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8C4246-48A3-854D-7E6A-79C9896B9E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4522F6-170A-84A8-21FF-B75FD9DBEF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6A8B5F-9F64-945C-42AC-11A5B8C112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64E344-EFB8-4DA7-BDB6-6E814144767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6C73EB-5749-E1EB-D071-C7EF9BCCFE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1064F6-510D-75C0-7221-DA828A64DD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F0F4A-501D-4C7C-9092-C91E06431E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3442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30156D-2E75-3E5F-E37D-D57D863CC5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833DF0-38F6-BFD7-3659-E8DDF2861CE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C626C2-19BD-938B-4151-C759C50E5C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1BAC1A-7695-9540-3EE0-9D17E406FE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64E344-EFB8-4DA7-BDB6-6E814144767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5A470E-DDFA-94E8-058E-C6B9F553EF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7B47A7-891B-0266-D992-4662DE5B41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F0F4A-501D-4C7C-9092-C91E06431E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73744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3F34-3CCD-9125-392D-243AC48B02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193267-1701-F60A-3020-C61FAB12C6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6AFD19-FA93-FDF7-12DE-BAA90B9884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548F0A-0DAF-F39D-7CF4-841831C804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B4051DB-D79D-A00A-4C45-5B2A0F56747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17CBA66-9C50-3AC5-6856-04B15E7816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64E344-EFB8-4DA7-BDB6-6E814144767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286A53A-000E-7A15-84A3-54E064607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F61E23E-54E3-AC87-82E2-E6DBFA4194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F0F4A-501D-4C7C-9092-C91E06431E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74714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BDACC-8B07-CF28-2A61-0B6D75D102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F68ECE3-E43A-6697-7738-4B01BBBABC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64E344-EFB8-4DA7-BDB6-6E814144767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2493F71-8219-DC60-DF29-B91E4F80F6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9293479-A2ED-EB81-E34C-D85E58282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F0F4A-501D-4C7C-9092-C91E06431E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08382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6728F0A-E7FD-F5F2-27CA-734E2CAE6D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64E344-EFB8-4DA7-BDB6-6E814144767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06EE6C3-DF0D-2BE3-FD6E-95992CFACA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775189-C47E-EE3B-E564-9B2224878C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F0F4A-501D-4C7C-9092-C91E06431E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92982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BEC73-D40D-9A3C-FAA6-08D9BCEB3E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C3C212-CF88-D075-DFE0-29C98C5D85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62E4523-DD60-AAE5-21E2-46966A287C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39EE58-61EF-CE78-E26F-9D5FCEFA2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64E344-EFB8-4DA7-BDB6-6E814144767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781EB9-6A54-3CD2-12FE-AE40EC8615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6709E1-6084-B608-715A-8DD794F82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F0F4A-501D-4C7C-9092-C91E06431E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52255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B54E65-A13E-5A64-1AFD-102DFF1302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FB2E93A-E822-6B1E-43C8-B76ADD1A6E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66F015B-D740-CC9A-D907-5B5DADBDF6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E2D9F8-6F7C-B038-3B5D-2B4F13C48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64E344-EFB8-4DA7-BDB6-6E814144767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790D95-FEB9-6B11-3B5E-EA4F989AC8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0964D1-2BCA-5775-5417-5A1F6180E2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F0F4A-501D-4C7C-9092-C91E06431E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15139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18FB6-BAAA-BF9E-1E27-E102D0702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D88C47-3743-123C-7543-266F294499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3A2D0F-9871-1C99-E705-98517CD40D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64E344-EFB8-4DA7-BDB6-6E814144767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6C8094-F4F1-86A7-2CCF-53CD4AD277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55BEAB-06A8-D289-C25F-46FC92FB5A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F0F4A-501D-4C7C-9092-C91E06431E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40087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CDF24EC-C4E9-5267-4F72-6090E75D539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8EFD44-B937-639E-4A1C-EDE44E8319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B7A715-9D67-990C-815E-9003D7B0D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64E344-EFB8-4DA7-BDB6-6E814144767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37A664-DA90-AE88-F2C7-71B7A5D526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26A44C-7D96-5A0C-01AA-88C02CF840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F0F4A-501D-4C7C-9092-C91E06431E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74876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19960C9-209A-034B-F374-DFB039B209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3B5CC9-9A80-56CA-9FFA-A31EF78183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009288-0BDE-915B-40B0-3BF3C817BB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164E344-EFB8-4DA7-BDB6-6E814144767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09D585-2D56-9A30-2CA4-6F8DFDE5DF4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DF9405-F2D1-6DBE-0D34-848AB19CAD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6F0F4A-501D-4C7C-9092-C91E06431E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2249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8FCDDC97-84FF-251F-CBCC-9F96C3EDC037}"/>
              </a:ext>
            </a:extLst>
          </p:cNvPr>
          <p:cNvGrpSpPr/>
          <p:nvPr/>
        </p:nvGrpSpPr>
        <p:grpSpPr>
          <a:xfrm>
            <a:off x="347382" y="535801"/>
            <a:ext cx="11497235" cy="1651890"/>
            <a:chOff x="347382" y="2418389"/>
            <a:chExt cx="11497235" cy="165189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AC47887A-6F6D-3A3E-D9DC-5AB8C5965CC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7382" y="2787721"/>
              <a:ext cx="11497235" cy="1282558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3D2F9F8-BD8B-72DB-6244-F159BF3C2EAF}"/>
                </a:ext>
              </a:extLst>
            </p:cNvPr>
            <p:cNvSpPr txBox="1"/>
            <p:nvPr/>
          </p:nvSpPr>
          <p:spPr>
            <a:xfrm>
              <a:off x="347382" y="2418389"/>
              <a:ext cx="8337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Hash password making</a:t>
              </a:r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C9F1A8D1-C109-F5FD-6201-7F7FFA2B15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878" y="3429000"/>
            <a:ext cx="7544853" cy="2619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35008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</Words>
  <Application>Microsoft Office PowerPoint</Application>
  <PresentationFormat>Widescreen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Boom boom</dc:creator>
  <cp:lastModifiedBy>Boom boom</cp:lastModifiedBy>
  <cp:revision>2</cp:revision>
  <dcterms:created xsi:type="dcterms:W3CDTF">2026-06-19T19:00:40Z</dcterms:created>
  <dcterms:modified xsi:type="dcterms:W3CDTF">2026-06-23T11:54:40Z</dcterms:modified>
</cp:coreProperties>
</file>
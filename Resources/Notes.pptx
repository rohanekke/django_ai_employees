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51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15CA-2690-9600-ED62-61C4DD50E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005AD-0E52-1B55-7927-DD94D8156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C556A-76C1-D295-F210-AA0EC3EE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BF714-3D03-9EBC-A734-02C0F67B9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94B98-822F-4A67-61F9-C814E755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6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0673-FF47-1566-E21B-3355C61E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489B6-642D-86AF-0B7E-618734B12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CBB3C-3714-A8AF-34C6-97043AF8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FB4C-103B-CBE8-2503-8E45763E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5392-FF92-55A6-D575-8ECE592D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9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4246-48A3-854D-7E6A-79C9896B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522F6-170A-84A8-21FF-B75FD9DBE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A8B5F-9F64-945C-42AC-11A5B8C1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C73EB-5749-E1EB-D071-C7EF9BCC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64F6-510D-75C0-7221-DA828A64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44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156D-2E75-3E5F-E37D-D57D863C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3DF0-38F6-BFD7-3659-E8DDF2861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626C2-19BD-938B-4151-C759C50E5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BAC1A-7695-9540-3EE0-9D17E406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A470E-DDFA-94E8-058E-C6B9F553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B47A7-891B-0266-D992-4662DE5B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74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3F34-3CCD-9125-392D-243AC48B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93267-1701-F60A-3020-C61FAB12C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AFD19-FA93-FDF7-12DE-BAA90B988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48F0A-0DAF-F39D-7CF4-841831C80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051DB-D79D-A00A-4C45-5B2A0F567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CBA66-9C50-3AC5-6856-04B15E78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6A53A-000E-7A15-84A3-54E06460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1E23E-54E3-AC87-82E2-E6DBFA41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ACC-8B07-CF28-2A61-0B6D75D1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8ECE3-E43A-6697-7738-4B01BBBA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93F71-8219-DC60-DF29-B91E4F80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93479-A2ED-EB81-E34C-D85E5828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28F0A-E7FD-F5F2-27CA-734E2CAE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EE6C3-DF0D-2BE3-FD6E-95992CFA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75189-C47E-EE3B-E564-9B222487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98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EC73-D40D-9A3C-FAA6-08D9BCEB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C212-CF88-D075-DFE0-29C98C5D8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E4523-DD60-AAE5-21E2-46966A287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EE58-61EF-CE78-E26F-9D5FCEFA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1EB9-6A54-3CD2-12FE-AE40EC86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709E1-6084-B608-715A-8DD794F8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4E65-A13E-5A64-1AFD-102DFF13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B2E93A-E822-6B1E-43C8-B76ADD1A6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F015B-D740-CC9A-D907-5B5DADBDF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2D9F8-6F7C-B038-3B5D-2B4F13C4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90D95-FEB9-6B11-3B5E-EA4F989A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964D1-2BCA-5775-5417-5A1F6180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1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18FB6-BAAA-BF9E-1E27-E102D070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88C47-3743-123C-7543-266F29449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A2D0F-9871-1C99-E705-98517CD4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C8094-F4F1-86A7-2CCF-53CD4AD2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5BEAB-06A8-D289-C25F-46FC92FB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0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F24EC-C4E9-5267-4F72-6090E75D5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EFD44-B937-639E-4A1C-EDE44E831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7A715-9D67-990C-815E-9003D7B0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7A664-DA90-AE88-F2C7-71B7A5D5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6A44C-7D96-5A0C-01AA-88C02CF8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8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960C9-209A-034B-F374-DFB039B2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B5CC9-9A80-56CA-9FFA-A31EF7818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09288-0BDE-915B-40B0-3BF3C817B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4E344-EFB8-4DA7-BDB6-6E814144767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9D585-2D56-9A30-2CA4-6F8DFDE5D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F9405-F2D1-6DBE-0D34-848AB19CA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F0F4A-501D-4C7C-9092-C91E06431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FCDDC97-84FF-251F-CBCC-9F96C3EDC037}"/>
              </a:ext>
            </a:extLst>
          </p:cNvPr>
          <p:cNvGrpSpPr/>
          <p:nvPr/>
        </p:nvGrpSpPr>
        <p:grpSpPr>
          <a:xfrm>
            <a:off x="347382" y="535801"/>
            <a:ext cx="11497235" cy="1651890"/>
            <a:chOff x="347382" y="2418389"/>
            <a:chExt cx="11497235" cy="16518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47887A-6F6D-3A3E-D9DC-5AB8C5965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382" y="2787721"/>
              <a:ext cx="11497235" cy="128255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D2F9F8-BD8B-72DB-6244-F159BF3C2EAF}"/>
                </a:ext>
              </a:extLst>
            </p:cNvPr>
            <p:cNvSpPr txBox="1"/>
            <p:nvPr/>
          </p:nvSpPr>
          <p:spPr>
            <a:xfrm>
              <a:off x="347382" y="2418389"/>
              <a:ext cx="8337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Hash password making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50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Boom boom</dc:creator>
  <cp:lastModifiedBy>Boom boom</cp:lastModifiedBy>
  <cp:revision>1</cp:revision>
  <dcterms:created xsi:type="dcterms:W3CDTF">2026-06-19T19:00:40Z</dcterms:created>
  <dcterms:modified xsi:type="dcterms:W3CDTF">2026-06-19T19:02:34Z</dcterms:modified>
</cp:coreProperties>
</file>